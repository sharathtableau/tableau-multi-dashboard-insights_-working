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BLEND360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48471" y="201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C8D4"/>
                </a:solidFill>
                <a:latin typeface="Calibri"/>
              </a:rPr>
              <a:t>DATA &amp; ANALYTICS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576072"/>
            <a:ext cx="11548872" cy="27432"/>
          </a:xfrm>
          <a:prstGeom prst="rect">
            <a:avLst/>
          </a:prstGeom>
          <a:solidFill>
            <a:srgbClr val="00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 Black"/>
              </a:rPr>
              <a:t>DASHBOARD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92608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8D4"/>
                </a:solidFill>
                <a:latin typeface="Calibri"/>
              </a:rPr>
              <a:t>Automated Tableau Analytics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From snapshot to insight — powered by AI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846320"/>
            <a:ext cx="3108960" cy="96012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846320"/>
            <a:ext cx="3108960" cy="41148"/>
          </a:xfrm>
          <a:prstGeom prst="rect">
            <a:avLst/>
          </a:prstGeom>
          <a:solidFill>
            <a:srgbClr val="00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9560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D4"/>
                </a:solidFill>
                <a:latin typeface="Arial Blac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1324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DASHBOARDS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4846320"/>
            <a:ext cx="3108960" cy="96012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94760" y="4846320"/>
            <a:ext cx="3108960" cy="41148"/>
          </a:xfrm>
          <a:prstGeom prst="rect">
            <a:avLst/>
          </a:prstGeom>
          <a:solidFill>
            <a:srgbClr val="00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49560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D4"/>
                </a:solidFill>
                <a:latin typeface="Arial Black"/>
              </a:rPr>
              <a:t>✓ INCLUDED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541324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AI 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4846320"/>
            <a:ext cx="3108960" cy="96012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086600" y="4846320"/>
            <a:ext cx="3108960" cy="41148"/>
          </a:xfrm>
          <a:prstGeom prst="rect">
            <a:avLst/>
          </a:prstGeom>
          <a:solidFill>
            <a:srgbClr val="00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4956048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D4"/>
                </a:solidFill>
                <a:latin typeface="Arial Black"/>
              </a:rPr>
              <a:t>Apr 19,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5413248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GENERATED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914400"/>
            <a:ext cx="3017520" cy="530352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914400"/>
            <a:ext cx="41148" cy="5303520"/>
          </a:xfrm>
          <a:prstGeom prst="rect">
            <a:avLst/>
          </a:prstGeom>
          <a:solidFill>
            <a:srgbClr val="00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1097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C8D4"/>
                </a:solidFill>
                <a:latin typeface="Calibri"/>
              </a:rPr>
              <a:t>LIVE 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1508760"/>
            <a:ext cx="2651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Insights generated from your
Tableau dashboards using
AI analysis of both the
visual content and underlying
data.
Each slide includes:
  • Cropped dashboard view
  • Applied filters
  • Data source details
  • AI-generated findings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88952" cy="27432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661111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Confidential  |  Blend360  |  Data &amp; Analytics Practice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74152" y="6611112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April 19,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rial Black"/>
              </a:rPr>
              <a:t>BLEND360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48471" y="201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00C8D4"/>
                </a:solidFill>
                <a:latin typeface="Calibri"/>
              </a:rPr>
              <a:t>DATA &amp; ANALYTICS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576072"/>
            <a:ext cx="11548872" cy="27432"/>
          </a:xfrm>
          <a:prstGeom prst="rect">
            <a:avLst/>
          </a:prstGeom>
          <a:solidFill>
            <a:srgbClr val="00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00C8D4"/>
                </a:solidFill>
                <a:latin typeface="Calibri"/>
              </a:rPr>
              <a:t>RETAIL  |  DATA &amp; ANALYTICS  —  SALES PERFORMANCE DASHBOARD</a:t>
            </a:r>
          </a:p>
        </p:txBody>
      </p:sp>
      <p:pic>
        <p:nvPicPr>
          <p:cNvPr id="7" name="Picture 6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51560"/>
            <a:ext cx="7452360" cy="46577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909560" y="1051560"/>
            <a:ext cx="3977639" cy="5303520"/>
          </a:xfrm>
          <a:prstGeom prst="rect">
            <a:avLst/>
          </a:prstGeom>
          <a:solidFill>
            <a:srgbClr val="0F17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909560" y="1051560"/>
            <a:ext cx="3977639" cy="41148"/>
          </a:xfrm>
          <a:prstGeom prst="rect">
            <a:avLst/>
          </a:prstGeom>
          <a:solidFill>
            <a:srgbClr val="00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1216151"/>
            <a:ext cx="3648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8D4"/>
                </a:solidFill>
                <a:latin typeface="Arial Black"/>
              </a:rPr>
              <a:t>AI INSIGHTS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74152" y="1536191"/>
            <a:ext cx="3648456" cy="16459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74152" y="1627631"/>
            <a:ext cx="3648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Filters: Region=West, Year=2024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74152" y="1856231"/>
            <a:ext cx="3648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Source: Superstore (Jan 15, 2024)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4152" y="2112263"/>
            <a:ext cx="3648456" cy="16459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74152" y="2221991"/>
            <a:ext cx="36484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Sales Performance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74152" y="2642615"/>
            <a:ext cx="3648456" cy="3575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›  West region leads in Q4 growth at +22%
›  Top product: Furniture with $340K revenue
›  Profit margin improved 3.5% vs prior year
›  Recommend: Expand inventory in Southwest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50A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27432"/>
          </a:xfrm>
          <a:prstGeom prst="rect">
            <a:avLst/>
          </a:prstGeom>
          <a:solidFill>
            <a:srgbClr val="00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6611112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Confidential  |  Blend360  |  Data &amp; Analytics Practice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74152" y="6611112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94A3B8"/>
                </a:solidFill>
                <a:latin typeface="Calibri"/>
              </a:rPr>
              <a:t>April 19,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