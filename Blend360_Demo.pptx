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34747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 Black"/>
              </a:rPr>
              <a:t>BLEND360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4152" y="137160"/>
            <a:ext cx="39319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  <a:latin typeface="Arial"/>
              </a:rPr>
              <a:t>DATA &amp; ANALYTICS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548640"/>
            <a:ext cx="11494008" cy="2286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777240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DASHBOARD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77724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00C4CC"/>
                </a:solidFill>
                <a:latin typeface="Calibri"/>
              </a:rPr>
              <a:t>Automated Tableau Analytics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7772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B0BECE"/>
                </a:solidFill>
                <a:latin typeface="Calibri"/>
              </a:rPr>
              <a:t>From snapshot to insight — powered by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846320"/>
            <a:ext cx="3108960" cy="960120"/>
          </a:xfrm>
          <a:prstGeom prst="rect">
            <a:avLst/>
          </a:prstGeom>
          <a:solidFill>
            <a:srgbClr val="0D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846320"/>
            <a:ext cx="3108960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37759"/>
            <a:ext cx="28346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 i="0">
                <a:solidFill>
                  <a:srgbClr val="00C4CC"/>
                </a:solidFill>
                <a:latin typeface="Arial Blac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28346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 i="0">
                <a:solidFill>
                  <a:srgbClr val="B0BECE"/>
                </a:solidFill>
                <a:latin typeface="Arial"/>
              </a:rPr>
              <a:t>DASHBOARDS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4846320"/>
            <a:ext cx="3108960" cy="960120"/>
          </a:xfrm>
          <a:prstGeom prst="rect">
            <a:avLst/>
          </a:prstGeom>
          <a:solidFill>
            <a:srgbClr val="0D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4760" y="4846320"/>
            <a:ext cx="3108960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4937759"/>
            <a:ext cx="28346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 i="0">
                <a:solidFill>
                  <a:srgbClr val="00C4CC"/>
                </a:solidFill>
                <a:latin typeface="Arial Black"/>
              </a:rPr>
              <a:t>✓ INCLUDED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440680"/>
            <a:ext cx="28346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 i="0">
                <a:solidFill>
                  <a:srgbClr val="B0BECE"/>
                </a:solidFill>
                <a:latin typeface="Arial"/>
              </a:rPr>
              <a:t>AI INSIGHTS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4846320"/>
            <a:ext cx="3108960" cy="960120"/>
          </a:xfrm>
          <a:prstGeom prst="rect">
            <a:avLst/>
          </a:prstGeom>
          <a:solidFill>
            <a:srgbClr val="0D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4846320"/>
            <a:ext cx="3108960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937759"/>
            <a:ext cx="28346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 i="0">
                <a:solidFill>
                  <a:srgbClr val="00C4CC"/>
                </a:solidFill>
                <a:latin typeface="Arial Black"/>
              </a:rPr>
              <a:t>Apr 19,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5440680"/>
            <a:ext cx="283464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0" i="0">
                <a:solidFill>
                  <a:srgbClr val="B0BECE"/>
                </a:solidFill>
                <a:latin typeface="Arial"/>
              </a:rPr>
              <a:t>GENERATED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914400"/>
            <a:ext cx="3017520" cy="5303520"/>
          </a:xfrm>
          <a:prstGeom prst="rect">
            <a:avLst/>
          </a:prstGeom>
          <a:solidFill>
            <a:srgbClr val="0D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914400"/>
            <a:ext cx="41148" cy="530352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097280"/>
            <a:ext cx="27432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900" b="1" i="0">
                <a:solidFill>
                  <a:srgbClr val="00C4CC"/>
                </a:solidFill>
                <a:latin typeface="Arial"/>
              </a:rPr>
              <a:t>LIVE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463040"/>
            <a:ext cx="2743200" cy="4389120"/>
          </a:xfrm>
          <a:prstGeom prst="rect">
            <a:avLst/>
          </a:prstGeom>
          <a:noFill/>
        </p:spPr>
        <p:txBody>
          <a:bodyPr wrap="square" tIns="109728" bIns="109728" lIns="109728" rIns="109728">
            <a:spAutoFit/>
          </a:bodyPr>
          <a:lstStyle/>
          <a:p>
            <a:pPr algn="l"/>
            <a:r>
              <a:rPr sz="1050" b="0" i="0">
                <a:solidFill>
                  <a:srgbClr val="B0BECE"/>
                </a:solidFill>
                <a:latin typeface="Calibri"/>
              </a:rPr>
              <a:t>Insights generated from your
Tableau dashboards using
AI analysis of both the
visual content and underlying
data.
Each slide includes:
• Cropped dashboard view
• Applied filters
• Data source details
• AI-generated findings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88952" cy="20116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6620256"/>
            <a:ext cx="731520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750" b="0" i="0">
                <a:solidFill>
                  <a:srgbClr val="B0BECE"/>
                </a:solidFill>
                <a:latin typeface="Calibri"/>
              </a:rPr>
              <a:t>Confidential  |  Blend360  |  Data &amp; Analytics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347472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 Black"/>
              </a:rPr>
              <a:t>BLEND360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4152" y="137160"/>
            <a:ext cx="39319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800" b="0" i="0">
                <a:solidFill>
                  <a:srgbClr val="00C4CC"/>
                </a:solidFill>
                <a:latin typeface="Arial"/>
              </a:rPr>
              <a:t>DATA &amp; ANALYTICS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548640"/>
            <a:ext cx="11494008" cy="22860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91440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750" b="0" i="0">
                <a:solidFill>
                  <a:srgbClr val="00C4CC"/>
                </a:solidFill>
                <a:latin typeface="Arial"/>
              </a:rPr>
              <a:t>RETAIL  |  DATA &amp; ANALYTICS  —  SALES OVERVIEW</a:t>
            </a:r>
          </a:p>
        </p:txBody>
      </p:sp>
      <p:pic>
        <p:nvPicPr>
          <p:cNvPr id="8" name="Picture 7" descr="tmpziwfiov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26209"/>
            <a:ext cx="7452360" cy="45542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909560" y="1051560"/>
            <a:ext cx="3977639" cy="5303520"/>
          </a:xfrm>
          <a:prstGeom prst="rect">
            <a:avLst/>
          </a:prstGeom>
          <a:solidFill>
            <a:srgbClr val="0D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09560" y="1051560"/>
            <a:ext cx="3977639" cy="41148"/>
          </a:xfrm>
          <a:prstGeom prst="rect">
            <a:avLst/>
          </a:prstGeom>
          <a:solidFill>
            <a:srgbClr val="0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1216151"/>
            <a:ext cx="3648456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1" i="0">
                <a:solidFill>
                  <a:srgbClr val="00C4CC"/>
                </a:solidFill>
                <a:latin typeface="Arial Black"/>
              </a:rPr>
              <a:t>AI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4152" y="1536191"/>
            <a:ext cx="3648456" cy="16459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627631"/>
            <a:ext cx="3648456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B0BECE"/>
                </a:solidFill>
                <a:latin typeface="Calibri"/>
              </a:rPr>
              <a:t>Filters: Region: East, Quarter: Q1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856231"/>
            <a:ext cx="3648456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B0BECE"/>
                </a:solidFill>
                <a:latin typeface="Calibri"/>
              </a:rPr>
              <a:t>Source: Extract — As of Apr 18, 2026 02:30 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2112263"/>
            <a:ext cx="3648456" cy="16459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2221991"/>
            <a:ext cx="3648456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 insights generation failed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642615"/>
            <a:ext cx="3648456" cy="353872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50" b="0" i="0">
                <a:solidFill>
                  <a:srgbClr val="B0BECE"/>
                </a:solidFill>
                <a:latin typeface="Calibri"/>
              </a:rPr>
              <a:t>›  Error: name 'PILImage' is not defined
›  Please check your Gemini API key and quota.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0116"/>
          </a:xfrm>
          <a:prstGeom prst="rect">
            <a:avLst/>
          </a:prstGeom>
          <a:solidFill>
            <a:srgbClr val="00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6620256"/>
            <a:ext cx="731520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750" b="0" i="0">
                <a:solidFill>
                  <a:srgbClr val="B0BECE"/>
                </a:solidFill>
                <a:latin typeface="Calibri"/>
              </a:rPr>
              <a:t>Confidential  |  Blend360  |  Data &amp; Analytics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